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89e533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489e533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89e533b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89e533b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89e533b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89e533b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89e533b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89e533b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89e533b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489e533b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89e533b6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489e533b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89e533b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489e533b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489e533b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489e533b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89e533b6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89e533b6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489e533b6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489e533b6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89e533b6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489e533b6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489e533b6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489e533b6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489e533b6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489e533b6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89e533b6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489e533b6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489e533b6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489e533b6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489e533b6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489e533b6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489e533b6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489e533b6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89e533b6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89e533b6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89e533b6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89e533b6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489e533b6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489e533b6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89e533b6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489e533b6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89e533b6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489e533b6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489e533b6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489e533b6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489e533b6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489e533b6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89e533b6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489e533b6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489e533b6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489e533b6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489e533b6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489e533b6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89e533b6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489e533b6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489e533b6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489e533b6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489e533b6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489e533b6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⽅便整理套件來源的功能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-2050" r="2049" t="0"/>
          <a:stretch/>
        </p:blipFill>
        <p:spPr>
          <a:xfrm>
            <a:off x="1821875" y="1017725"/>
            <a:ext cx="6137875" cy="401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400" y="1017725"/>
            <a:ext cx="5853775" cy="38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075" y="723900"/>
            <a:ext cx="5446549" cy="395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suricata</a:t>
            </a:r>
            <a:r>
              <a:rPr lang="zh-TW"/>
              <a:t>安裝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251" y="1311025"/>
            <a:ext cx="5698151" cy="412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安裝json解析工具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025" y="1152475"/>
            <a:ext cx="5414445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檢查suricata安裝結果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877" y="1074900"/>
            <a:ext cx="5709949" cy="41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檢查suricata服務狀態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412" y="1253350"/>
            <a:ext cx="5743174" cy="41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501" y="1099663"/>
            <a:ext cx="7380899" cy="35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638" y="2216125"/>
            <a:ext cx="669607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規則更新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648" y="1152475"/>
            <a:ext cx="6164692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查看rules (可以從update的下載紀錄找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25" y="1583830"/>
            <a:ext cx="9144000" cy="197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取得最新規則索引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13" y="1485900"/>
            <a:ext cx="89058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查看可用的規則集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750" y="1152475"/>
            <a:ext cx="5938230" cy="37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新增規則集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75" y="1451369"/>
            <a:ext cx="8520601" cy="1951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050" y="1152475"/>
            <a:ext cx="6105801" cy="36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重新啟用 Suricata 加載規則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8" y="2123338"/>
            <a:ext cx="892492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找出網路卡id及ip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233326" cy="30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25" y="2063825"/>
            <a:ext cx="7907101" cy="7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找到 HOME_NET 並將ip 改為目前網卡取得的ip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362" y="1270098"/>
            <a:ext cx="5553275" cy="36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找到所有interface: eth0 並將網卡id改為目前id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725" y="1244825"/>
            <a:ext cx="5232776" cy="34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重新啟用 Suricata 生效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87" y="2177175"/>
            <a:ext cx="8584026" cy="6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0" y="2067325"/>
            <a:ext cx="8809900" cy="7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新增一筆規則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675" y="1017725"/>
            <a:ext cx="6007151" cy="39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" y="2139225"/>
            <a:ext cx="81724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找到rule-files並新增規則檔路徑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175" y="1101700"/>
            <a:ext cx="5593505" cy="36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重新載入規則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50" y="1811125"/>
            <a:ext cx="8065850" cy="4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將事件檔案輸出在畫面上 空格要注意!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075" y="1734074"/>
            <a:ext cx="6975851" cy="16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透過curl測試,一個觸發警報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88" y="926526"/>
            <a:ext cx="744082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450" y="695250"/>
            <a:ext cx="6765876" cy="37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275" y="623200"/>
            <a:ext cx="6877449" cy="40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